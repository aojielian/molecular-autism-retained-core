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napToGrid="0">
      <p:cViewPr varScale="1">
        <p:scale>
          <a:sx n="119" d="100"/>
          <a:sy n="119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4636F8-0C2C-C241-94D4-CE5A388220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86C9E1-841F-DBE5-D3D0-4C53CDD31D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A27C90-F26E-EA70-B4E3-02E17BA24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4E21-4F6C-6E4A-9FAC-D2B58AE083A5}" type="datetimeFigureOut">
              <a:rPr kumimoji="1" lang="zh-CN" altLang="en-US" smtClean="0"/>
              <a:t>2026/3/17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354667-9A3E-070D-D50D-7071C26B2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841116-1524-58F0-DA03-81FC46872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8A4F-A72B-E74F-B058-2BC211783E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14186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BE8EC-3843-720D-460E-F2AEAF178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C283F9-4BA1-4D3C-F56A-04BB92E46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C213B5-FF76-3C88-CAC3-4252AD294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4E21-4F6C-6E4A-9FAC-D2B58AE083A5}" type="datetimeFigureOut">
              <a:rPr kumimoji="1" lang="zh-CN" altLang="en-US" smtClean="0"/>
              <a:t>2026/3/17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D340CC-64C4-EC4B-E784-C22521596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F87853-B33D-7AFB-A23C-9B5E91076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8A4F-A72B-E74F-B058-2BC211783E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35131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01C11D-1E1A-683B-09F9-CD3C913D9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A99FFD-830A-A4CA-029C-214A09096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057615-841B-3704-BF43-1BF0B1A02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4E21-4F6C-6E4A-9FAC-D2B58AE083A5}" type="datetimeFigureOut">
              <a:rPr kumimoji="1" lang="zh-CN" altLang="en-US" smtClean="0"/>
              <a:t>2026/3/17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A3D6EA-618B-4D18-DBD4-668AEFE0E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4FABF7-C5B1-59C3-6811-4B0884161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8A4F-A72B-E74F-B058-2BC211783E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2162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B1865C-67D9-1069-267D-C8B7E412D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E16F2D-CACE-6E55-B63C-4C58B8AF0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40DE6D-6B58-5F8A-426C-9C6EB7F672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43C88B-9D3F-5B61-3732-B2F06D186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4E21-4F6C-6E4A-9FAC-D2B58AE083A5}" type="datetimeFigureOut">
              <a:rPr kumimoji="1" lang="zh-CN" altLang="en-US" smtClean="0"/>
              <a:t>2026/3/17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E97422-37B7-88B3-EE06-C9DA01912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3CAE58-E5A3-F98E-5FC0-7C05EF6B2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8A4F-A72B-E74F-B058-2BC211783E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612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24F0B2-35A2-C759-FA07-0296E3E6A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0EE7E6-2BE8-4928-C4A3-BC4279717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BBF62D-ACA5-3952-EA71-1E053896DF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92BC5A8-1602-D30F-D5C5-A53B59ECC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C1A10AA-B2D0-3BE4-34BD-BDDEBCE317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796465E-F498-2858-03D0-264F60F08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4E21-4F6C-6E4A-9FAC-D2B58AE083A5}" type="datetimeFigureOut">
              <a:rPr kumimoji="1" lang="zh-CN" altLang="en-US" smtClean="0"/>
              <a:t>2026/3/17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20E8AFD-A87B-257A-A877-BC8D963DA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EB6BD19-0DCC-01E4-00A8-97A42DA27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8A4F-A72B-E74F-B058-2BC211783E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4411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8A5F40-275F-6047-0B47-24C1783B9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6BC6F4C-68FA-29B7-C258-F4D4C495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4E21-4F6C-6E4A-9FAC-D2B58AE083A5}" type="datetimeFigureOut">
              <a:rPr kumimoji="1" lang="zh-CN" altLang="en-US" smtClean="0"/>
              <a:t>2026/3/17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FABE701-1A63-9C4A-BCBC-A8D995F27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4DFB1F-400A-E756-7C51-5474ADCA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8A4F-A72B-E74F-B058-2BC211783E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2696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846FD41-6701-D625-B9E9-62A4DC9AC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4E21-4F6C-6E4A-9FAC-D2B58AE083A5}" type="datetimeFigureOut">
              <a:rPr kumimoji="1" lang="zh-CN" altLang="en-US" smtClean="0"/>
              <a:t>2026/3/17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6C74431-C7A7-C7AD-5D6D-C0BF6E1D3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FF4F94-EBC3-D87A-5C87-8A8DDD9F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8A4F-A72B-E74F-B058-2BC211783E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50808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472EC-E6DC-85F4-F6BF-A59153069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8E92C2-7B67-F40A-EDED-CE633577C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3D7871-B2C6-2CFC-C2B4-F236B856ED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AE10DA-27AE-001B-AE6E-457038F15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4E21-4F6C-6E4A-9FAC-D2B58AE083A5}" type="datetimeFigureOut">
              <a:rPr kumimoji="1" lang="zh-CN" altLang="en-US" smtClean="0"/>
              <a:t>2026/3/17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E7A03B-403D-A902-DDA6-A4456837E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D5D0F7-3244-DD73-F97A-B248D5517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8A4F-A72B-E74F-B058-2BC211783E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3375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1F663-CDFB-B2EF-22DF-A3B8B9F00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FC38FE4-6C22-6112-537F-B8A6C9FF29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7B1803-37E0-0475-21A4-619200206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C18E4C-B82C-0CBA-A287-368562804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4E21-4F6C-6E4A-9FAC-D2B58AE083A5}" type="datetimeFigureOut">
              <a:rPr kumimoji="1" lang="zh-CN" altLang="en-US" smtClean="0"/>
              <a:t>2026/3/17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859CFB-FE14-0EE1-FFA2-A3C5C5369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E2B315-F645-E96E-8D69-CD7387D94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8A4F-A72B-E74F-B058-2BC211783E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1656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C0F55A-6A64-5195-52A0-92B1EA6AF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A954AD-5B5F-3CBC-0A14-7AE015EFC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3250F6-8BC3-FE28-49EB-3D028C87A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4E21-4F6C-6E4A-9FAC-D2B58AE083A5}" type="datetimeFigureOut">
              <a:rPr kumimoji="1" lang="zh-CN" altLang="en-US" smtClean="0"/>
              <a:t>2026/3/17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E804E9-A1C6-F8FC-31FC-52292EEF9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543BF1-2502-8AEE-BAB9-1B7BD8462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8A4F-A72B-E74F-B058-2BC211783E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45194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0102883-E3B0-B06A-7158-6A1AD1FAE9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67ADCA7-97AA-B8FF-AB66-7C315D672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BFDC2C-9151-0DF0-3F11-E489453AB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4E21-4F6C-6E4A-9FAC-D2B58AE083A5}" type="datetimeFigureOut">
              <a:rPr kumimoji="1" lang="zh-CN" altLang="en-US" smtClean="0"/>
              <a:t>2026/3/17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67D5DF-40FE-0999-B3AA-A14988A94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79C9E2-EF29-5309-EF07-B5706CA7F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8A4F-A72B-E74F-B058-2BC211783E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8193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9E3B06B-ACAB-2DD9-4CFA-F93BB2315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E88EBE-6C67-6849-4B9C-89C24C4BC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073C40-CA6D-FE7C-B13D-D2D6F900A6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364E21-4F6C-6E4A-9FAC-D2B58AE083A5}" type="datetimeFigureOut">
              <a:rPr kumimoji="1" lang="zh-CN" altLang="en-US" smtClean="0"/>
              <a:t>2026/3/17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CD967E-CB27-5046-E744-4BA1BAD642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8ECF6F-9BF1-34E2-A273-72C21A24A0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938A4F-A72B-E74F-B058-2BC211783E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0233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C3D9B7BE-A9BD-3C12-6031-F3EA6AC88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08" y="97714"/>
            <a:ext cx="11930384" cy="6507481"/>
          </a:xfrm>
          <a:prstGeom prst="rect">
            <a:avLst/>
          </a:prstGeom>
        </p:spPr>
      </p:pic>
      <p:pic>
        <p:nvPicPr>
          <p:cNvPr id="7" name="图片 6" descr="背景图案&#10;&#10;AI 生成的内容可能不正确。">
            <a:extLst>
              <a:ext uri="{FF2B5EF4-FFF2-40B4-BE49-F238E27FC236}">
                <a16:creationId xmlns:a16="http://schemas.microsoft.com/office/drawing/2014/main" id="{C69DF104-8099-9E8F-D8A2-4CD20A383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249" y="228600"/>
            <a:ext cx="3012142" cy="277009"/>
          </a:xfrm>
          <a:prstGeom prst="rect">
            <a:avLst/>
          </a:prstGeom>
        </p:spPr>
      </p:pic>
      <p:pic>
        <p:nvPicPr>
          <p:cNvPr id="9" name="图片 8" descr="张着嘴&#10;&#10;AI 生成的内容可能不正确。">
            <a:extLst>
              <a:ext uri="{FF2B5EF4-FFF2-40B4-BE49-F238E27FC236}">
                <a16:creationId xmlns:a16="http://schemas.microsoft.com/office/drawing/2014/main" id="{FB9FEA02-4F8E-C67D-8726-C46246FE3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645" y="252805"/>
            <a:ext cx="2482402" cy="25280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3FDBEE9-05C3-4FA4-E033-ED87B9592892}"/>
              </a:ext>
            </a:extLst>
          </p:cNvPr>
          <p:cNvSpPr txBox="1"/>
          <p:nvPr/>
        </p:nvSpPr>
        <p:spPr>
          <a:xfrm>
            <a:off x="9566163" y="252805"/>
            <a:ext cx="60995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Cross-cohort validation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301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</Words>
  <Application>Microsoft Macintosh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Aojie</dc:creator>
  <cp:lastModifiedBy>Aojie</cp:lastModifiedBy>
  <cp:revision>1</cp:revision>
  <dcterms:created xsi:type="dcterms:W3CDTF">2026-03-17T06:27:29Z</dcterms:created>
  <dcterms:modified xsi:type="dcterms:W3CDTF">2026-03-17T08:02:13Z</dcterms:modified>
</cp:coreProperties>
</file>